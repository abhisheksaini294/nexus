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Nexus Platform –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Certificate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Declaration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 /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– Nexus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Requirements &amp;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 / Flow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/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/ API / AI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/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Developed &amp; 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relevant content, graphics, or screenshots here]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